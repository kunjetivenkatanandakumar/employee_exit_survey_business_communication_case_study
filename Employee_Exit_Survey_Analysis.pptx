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84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4284B"/>
                </a:solidFill>
                <a:latin typeface="Arial"/>
              </a:rPr>
              <a:t>Exit responses by category (Total = 822)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Retirement</c:v>
                  </c:pt>
                  <c:pt idx="1">
                    <c:v>Resignation</c:v>
                  </c:pt>
                  <c:pt idx="2">
                    <c:v>Other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413</c:v>
                </c:pt>
                <c:pt idx="1">
                  <c:v>311</c:v>
                </c:pt>
                <c:pt idx="2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Job dissatisfaction</c:v>
                  </c:pt>
                  <c:pt idx="1">
                    <c:v>Maternity/family</c:v>
                  </c:pt>
                  <c:pt idx="2">
                    <c:v>Relocation</c:v>
                  </c:pt>
                  <c:pt idx="3">
                    <c:v>Career move to private sector</c:v>
                  </c:pt>
                  <c:pt idx="4">
                    <c:v>Work-life balance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</c:v>
                </c:pt>
                <c:pt idx="1">
                  <c:v>43</c:v>
                </c:pt>
                <c:pt idx="2">
                  <c:v>59</c:v>
                </c:pt>
                <c:pt idx="3">
                  <c:v>67</c:v>
                </c:pt>
                <c:pt idx="4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Wellness Programs</c:v>
                  </c:pt>
                  <c:pt idx="1">
                    <c:v>Promotion Opportunities</c:v>
                  </c:pt>
                  <c:pt idx="2">
                    <c:v>Career Aspirations</c:v>
                  </c:pt>
                  <c:pt idx="3">
                    <c:v>Staff Morale</c:v>
                  </c:pt>
                  <c:pt idx="4">
                    <c:v>Professional Development</c:v>
                  </c:pt>
                  <c:pt idx="5">
                    <c:v>Skills</c:v>
                  </c:pt>
                  <c:pt idx="6">
                    <c:v>Initiative</c:v>
                  </c:pt>
                  <c:pt idx="7">
                    <c:v>Peer Support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3.22</c:v>
                </c:pt>
                <c:pt idx="1">
                  <c:v>3.35</c:v>
                </c:pt>
                <c:pt idx="2">
                  <c:v>3.38</c:v>
                </c:pt>
                <c:pt idx="3">
                  <c:v>3.39</c:v>
                </c:pt>
                <c:pt idx="4">
                  <c:v>3.83</c:v>
                </c:pt>
                <c:pt idx="5">
                  <c:v>3.84</c:v>
                </c:pt>
                <c:pt idx="6">
                  <c:v>3.99</c:v>
                </c:pt>
                <c:pt idx="7">
                  <c:v>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analysis of employee exits, resignations and workplace satisfaction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Kunjeti Venkata Nanda Kumar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Adv. Cert. in Data Science &amp; AI  |  AnalytixLabs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employees exit and what patterns exist in the recorded exit population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ran an exit survey to understand exit patterns, reasons for leaving, workplace satisfaction and workforce characteristics.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317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822 recorded exit responses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Resignation, Retirement and Other categories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and employment information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factors and exit reasons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3317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exit patterns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major reasons for leaving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resignation patterns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workplace satisfaction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workforce patterns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actionable HR recommendations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Analytical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workflow from raw data to recommendations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Raw Excel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173736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Cleaning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Transformation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052560" y="173736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52560" y="17373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Modeling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260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EDA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83280" y="292608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29260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Power BI Dashboard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29260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Key Findings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52560" y="292608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52560" y="29260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Recommendations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617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standardization  •  Missing-value handling  •  Exit category classification  •  Satisfaction score and level creation  •  Tenure grouping  •  Exit reason analysis  •  Power BI measures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exit responses by category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822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88920" y="201168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228600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0" y="201168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28600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413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69480" y="201168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228600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37.83%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 share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509760" y="201168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228600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50.24%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share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are of recorded exits, not an attrition rate. Total workforce headcount is not available in this dataset.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Pattern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is the largest recorded exit category; resignations are another substantial component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4592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33172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Retirement: 413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Resignation: 311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Other: 98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exits are concentrated in specific years, particularly 2022 and 2023.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reported reasons selected by resigning employees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4592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33172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leads with 68 responses, followed closely by career move to the private sector (67) and relocation (59).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Resignations can be further explored by year, position and tenure in the dashboard.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Satisfaction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satisfaction score by factor (scale of 5)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4592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0100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33172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support and initiative score highest.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programs, promotion opportunities and career aspirations are comparatively lower-rated and are areas for further investigation.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&amp; Demographic Profile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view of the recorded exit population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97680" y="16459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16459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46720" y="16459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0" y="16459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status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97680" y="30175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46720" y="30175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0" y="30175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of 822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recorded exits are employees aged 51+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visuals describe the recorded exit population and are not demographic-specific attrition rates, as total headcount is unavailable.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Retirement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413 of 822 recorded exits were retirements.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Work-Life Balance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965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resigning employees selected work-life balance.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2801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Career Movement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1965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resigning employees selected career move to the private sector.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Wellness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251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Programs scored about 3.22/5, the lowest average satisfaction factor.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35661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Long Tenure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251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of tenure represents a substantial share of recorded exits.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5661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Older Age Groups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2519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aged 51+ account for 499 of 822 recorded exits.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describe patterns in recorded exit-survey responses and should not be interpreted as causal relationships.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actions linked directly to the findings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Career Development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clearer career paths and internal mobility.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opportunities and career aspirations are comparatively lower-rated.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Work-Life Balance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05740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workload patterns and flexible-working options.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is the leading reported resignation reason.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Employee Wellbeing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05740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wellness and stress-support initiatives.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Programs have the lowest average satisfaction score.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Recognition &amp; Feedback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4348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recognition and regular feedback mechanisms.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morale offers an improvement opportunity.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8404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3F5F9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Succession Planning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43484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knowledge-transfer and succession plans for critical roles.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 tenure is a substantial share of recorded exits.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&amp; KPIs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initiatives, reviewed quarterly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377440"/>
                <a:gridCol w="48463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Timeframe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pathways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 satisfaction 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review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Work-life balance 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Wellness improvement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months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Wellness satisfaction 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program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months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/ morale 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Succession planning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roles with succession plans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provides a data-driven view of: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patterns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 drivers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satisfaction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characteristics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480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exit data to identify areas for investigation, prioritize HR initiatives, and monitor employee experience through measurable KPIs.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2026-09-29T13:33:36Z</dcterms:created>
  <dcterms:modified xsi:type="dcterms:W3CDTF">2026-09-29T13:33:36Z</dcterms:modified>
</cp:coreProperties>
</file>